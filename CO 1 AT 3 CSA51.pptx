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72" r:id="rId4"/>
    <p:sldId id="273" r:id="rId5"/>
    <p:sldId id="274" r:id="rId6"/>
    <p:sldId id="275" r:id="rId7"/>
    <p:sldId id="269" r:id="rId8"/>
    <p:sldId id="27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57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818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63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952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756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38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196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521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377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49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97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6218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024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960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607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011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01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A3BBB56-4152-4D48-AA5B-10AA4E6C1287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62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80234&amp;picture=thank-you-text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4010871-9E71-F6F2-3A03-234991173957}"/>
              </a:ext>
            </a:extLst>
          </p:cNvPr>
          <p:cNvSpPr txBox="1"/>
          <p:nvPr/>
        </p:nvSpPr>
        <p:spPr>
          <a:xfrm>
            <a:off x="0" y="4342532"/>
            <a:ext cx="80700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  </a:t>
            </a:r>
            <a:r>
              <a:rPr lang="en-US" sz="2000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CSA5112</a:t>
            </a:r>
          </a:p>
          <a:p>
            <a:pPr algn="just"/>
            <a:r>
              <a:rPr lang="en-US" sz="20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</a:t>
            </a:r>
            <a:r>
              <a:rPr lang="en-US" sz="2000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and network security </a:t>
            </a:r>
          </a:p>
          <a:p>
            <a:pPr algn="just"/>
            <a:r>
              <a:rPr lang="en-US" sz="20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US" sz="2000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Dr.E.Anbalagan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29666C01-74C6-FF90-050C-7F4B6B004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0" r="8205"/>
          <a:stretch>
            <a:fillRect/>
          </a:stretch>
        </p:blipFill>
        <p:spPr bwMode="auto">
          <a:xfrm>
            <a:off x="198851" y="205863"/>
            <a:ext cx="99441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B8A6A1-843F-2561-3669-2F817B0D05A3}"/>
              </a:ext>
            </a:extLst>
          </p:cNvPr>
          <p:cNvSpPr txBox="1"/>
          <p:nvPr/>
        </p:nvSpPr>
        <p:spPr>
          <a:xfrm>
            <a:off x="6912078" y="4421190"/>
            <a:ext cx="489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P.Krishna sashank (192525191)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AAA5E-2CAE-AFA2-BDC1-A3C0307537DC}"/>
              </a:ext>
            </a:extLst>
          </p:cNvPr>
          <p:cNvSpPr txBox="1"/>
          <p:nvPr/>
        </p:nvSpPr>
        <p:spPr>
          <a:xfrm>
            <a:off x="198851" y="2436810"/>
            <a:ext cx="11373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  <a:latin typeface="Algerian" panose="04020705040A02060702" pitchFamily="82" charset="0"/>
              </a:rPr>
              <a:t>Understanding Cryptographic Attacks: Challenges and Solutions</a:t>
            </a:r>
          </a:p>
        </p:txBody>
      </p:sp>
    </p:spTree>
    <p:extLst>
      <p:ext uri="{BB962C8B-B14F-4D97-AF65-F5344CB8AC3E}">
        <p14:creationId xmlns:p14="http://schemas.microsoft.com/office/powerpoint/2010/main" val="1619948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9442D5F-19A4-5BA9-2F73-1E724970BA18}"/>
              </a:ext>
            </a:extLst>
          </p:cNvPr>
          <p:cNvSpPr txBox="1"/>
          <p:nvPr/>
        </p:nvSpPr>
        <p:spPr>
          <a:xfrm>
            <a:off x="3304906" y="226931"/>
            <a:ext cx="5819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attack</a:t>
            </a:r>
            <a:endParaRPr lang="en-IN" sz="32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C86BC9C-40ED-7506-9208-E687AD7C7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720" y="1353210"/>
            <a:ext cx="8169505" cy="4922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cryptographic attack is an attempt to break or bypass encryption.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aims to access or modify protected information. 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exploit weaknesses in cryptographic systems.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helps identify security vulnerabilities. 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strength of encryption methods.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protects sensitive and confidential data. 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data confidentiality and integrity.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prevents cyberattacks and data breaches.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E04CE-FE11-3166-EB35-C5B4A713D90D}"/>
              </a:ext>
            </a:extLst>
          </p:cNvPr>
          <p:cNvSpPr txBox="1"/>
          <p:nvPr/>
        </p:nvSpPr>
        <p:spPr>
          <a:xfrm>
            <a:off x="5181600" y="1858682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0EA78-FDF6-1EC7-692F-221590AD2DCA}"/>
              </a:ext>
            </a:extLst>
          </p:cNvPr>
          <p:cNvSpPr txBox="1"/>
          <p:nvPr/>
        </p:nvSpPr>
        <p:spPr>
          <a:xfrm>
            <a:off x="8931042" y="2529540"/>
            <a:ext cx="2099141" cy="2057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8135C5E-0C07-E779-5F7D-64BC118DB5A9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D38476AF-0D72-9D7B-C85F-667D52043D63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91CCA16-024A-1327-B908-38E4EB4FA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7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36FA03-D11D-A836-D23D-9EFEE7F48460}"/>
              </a:ext>
            </a:extLst>
          </p:cNvPr>
          <p:cNvSpPr txBox="1"/>
          <p:nvPr/>
        </p:nvSpPr>
        <p:spPr>
          <a:xfrm>
            <a:off x="4001728" y="412955"/>
            <a:ext cx="88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B2443-5260-F9FA-B9DE-2F17CE8E0A4B}"/>
              </a:ext>
            </a:extLst>
          </p:cNvPr>
          <p:cNvSpPr txBox="1"/>
          <p:nvPr/>
        </p:nvSpPr>
        <p:spPr>
          <a:xfrm>
            <a:off x="837288" y="1320618"/>
            <a:ext cx="861306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concept of cryptographic attacks.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different types of cryptographic attacks.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attackers exploit security weaknesses.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the impact of attacks on data security.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methods to prevent and defend against cryptographic attacks.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security of cryptographic systems.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sensitive information from unauthorized access.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secure communication and data protection.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7B60DB-194C-9F2B-ED7F-F7C7539A8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DBEC44B-312F-0F1A-3FFC-4BC15B609354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182645F-BEBD-0721-9D99-8F9B10943B47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694123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05846-0685-51AC-F55B-E60B97EE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034182-F6A0-630F-AC71-DD4CD350D237}"/>
              </a:ext>
            </a:extLst>
          </p:cNvPr>
          <p:cNvSpPr txBox="1"/>
          <p:nvPr/>
        </p:nvSpPr>
        <p:spPr>
          <a:xfrm>
            <a:off x="2405653" y="512164"/>
            <a:ext cx="88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 OF CRYPTOGRAPHY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F32BF8-D35E-9A70-9261-0BA7F3384282}"/>
              </a:ext>
            </a:extLst>
          </p:cNvPr>
          <p:cNvSpPr txBox="1"/>
          <p:nvPr/>
        </p:nvSpPr>
        <p:spPr>
          <a:xfrm>
            <a:off x="842324" y="1603354"/>
            <a:ext cx="9039096" cy="4307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Ensures that only authorized users can access the information.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Protects data from unauthorized modification or tampering.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Verifies the identity of users or communicating parties.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Non-Repudiation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Prevents a sender or receiver from denying their actions or transactions.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Ensures that authorized users can access data and services whenever needed.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6225B7-5425-77B5-8190-B690CE82E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30D1E56-B691-0ECA-E802-018C23F8B329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2D13EFEE-B1E9-542D-E167-1F8D983EE247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83737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1860-F666-D835-DE76-D479A462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81D2E3-B054-18B3-E255-A4711941A0DE}"/>
              </a:ext>
            </a:extLst>
          </p:cNvPr>
          <p:cNvSpPr txBox="1"/>
          <p:nvPr/>
        </p:nvSpPr>
        <p:spPr>
          <a:xfrm>
            <a:off x="2274738" y="512164"/>
            <a:ext cx="88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Cryptographic Attacks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ADFB5B-6005-D430-EED7-5C337F9FBC58}"/>
              </a:ext>
            </a:extLst>
          </p:cNvPr>
          <p:cNvSpPr txBox="1"/>
          <p:nvPr/>
        </p:nvSpPr>
        <p:spPr>
          <a:xfrm>
            <a:off x="530941" y="1402775"/>
            <a:ext cx="106729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Attacks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attacker only observes or monitors data without modifying it.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Attacks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attacker alters, injects, or deletes data to disrupt communication.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Shifts each letter by a fixed number of positions.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Example: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→ KHOOR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(Shift = 3)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Monoalphabetic Cipher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Uses a fixed substitution where each plaintext letter is replaced by another unique letter.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One substitution alphabet is used throughout the message.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Playfair Cipher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Encrypts pairs of letters (digraphs) instead of single letters.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× 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matrix for encryption.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Hill Cipher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Encrypts blocks of letters using matrix multiplication.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Provides stronger security than simple substitution ciphers.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Uses a keyword to determine different shifts for each letter.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 polyalphabetic substitution cipher that is more secure than the Caesar cipher.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42986B-69CA-1C08-5044-5A3CDD2C5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0BBE7C4-8081-5674-0648-148D584CE4BC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2916FC4-B0BB-C7C3-D4B8-6C2D87C68993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90682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0072F-DA66-48D0-59C2-5921E92D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76A475-1F1E-2F68-6C58-545DACCE7E03}"/>
              </a:ext>
            </a:extLst>
          </p:cNvPr>
          <p:cNvSpPr txBox="1"/>
          <p:nvPr/>
        </p:nvSpPr>
        <p:spPr>
          <a:xfrm>
            <a:off x="2298750" y="512164"/>
            <a:ext cx="88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Substitution Techniques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96A9A7-5E8D-56C1-9847-BFB34FDE4C31}"/>
              </a:ext>
            </a:extLst>
          </p:cNvPr>
          <p:cNvSpPr txBox="1"/>
          <p:nvPr/>
        </p:nvSpPr>
        <p:spPr>
          <a:xfrm>
            <a:off x="735420" y="1209965"/>
            <a:ext cx="86130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understand.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 with minimal resources.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basic confidentiality for data.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encryption and decryption process.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the foundation of many classical cryptographic methods.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B84636-1DE8-5ACE-12F3-BE485176B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AE8CDEE-4BEA-A10E-AC3B-CB85B048CD08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6CD4690-DBA3-1D8C-C01F-1AC160457E73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043AEB9-7D50-4DC8-F455-AA45E558DBF9}"/>
              </a:ext>
            </a:extLst>
          </p:cNvPr>
          <p:cNvSpPr txBox="1"/>
          <p:nvPr/>
        </p:nvSpPr>
        <p:spPr>
          <a:xfrm>
            <a:off x="2298750" y="3696298"/>
            <a:ext cx="6841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Substitution Techniques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DCAB9-9F20-D561-8ABA-4635BEE5AE50}"/>
              </a:ext>
            </a:extLst>
          </p:cNvPr>
          <p:cNvSpPr txBox="1"/>
          <p:nvPr/>
        </p:nvSpPr>
        <p:spPr>
          <a:xfrm>
            <a:off x="1020556" y="4462179"/>
            <a:ext cx="8438997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break using modern cryptanalysis techniques.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Weak against brute-force attacks if the key is small.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lower security compared to modern encryption algorithms.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protecting highly sensitive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11782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B590-7292-495A-6DCB-258F9100C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442AEB-08D9-600E-B088-490DC4AA39E1}"/>
              </a:ext>
            </a:extLst>
          </p:cNvPr>
          <p:cNvSpPr txBox="1"/>
          <p:nvPr/>
        </p:nvSpPr>
        <p:spPr>
          <a:xfrm>
            <a:off x="1145066" y="374723"/>
            <a:ext cx="11754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Conclusion</a:t>
            </a:r>
          </a:p>
          <a:p>
            <a:endParaRPr lang="en-US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D4683A-2AF8-A0AC-3BAF-D2FD5CC4E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4D68859-A669-7E7C-5092-7634713276A8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6684D8F3-2EA6-7CDD-929A-F9E42F36E818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BE7A87-029D-29B7-96E2-9E848252822F}"/>
              </a:ext>
            </a:extLst>
          </p:cNvPr>
          <p:cNvSpPr txBox="1"/>
          <p:nvPr/>
        </p:nvSpPr>
        <p:spPr>
          <a:xfrm>
            <a:off x="1020556" y="1548651"/>
            <a:ext cx="9303315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is essential for securing digital communication and protecting sensitive information.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attacks exploit weaknesses in encryption methods and security systems.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different types of attacks helps in identifying potential security risks.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encryption algorithms and secure key management reduce the risk of attacks.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security updates and best practices improve overall system protection.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cryptographic techniques provide better security than classical methods.</a:t>
            </a:r>
          </a:p>
        </p:txBody>
      </p:sp>
    </p:spTree>
    <p:extLst>
      <p:ext uri="{BB962C8B-B14F-4D97-AF65-F5344CB8AC3E}">
        <p14:creationId xmlns:p14="http://schemas.microsoft.com/office/powerpoint/2010/main" val="3388313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0E5DC7-3D2C-BE9B-7F4E-4052F3811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10581" y="1790977"/>
            <a:ext cx="7551665" cy="322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478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677</TotalTime>
  <Words>551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Century Gothic</vt:lpstr>
      <vt:lpstr>Times New Roman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Saketh Reddy</dc:creator>
  <cp:lastModifiedBy>KRISHNA SASHANK</cp:lastModifiedBy>
  <cp:revision>15</cp:revision>
  <dcterms:created xsi:type="dcterms:W3CDTF">2025-09-17T14:59:25Z</dcterms:created>
  <dcterms:modified xsi:type="dcterms:W3CDTF">2026-07-22T05:25:40Z</dcterms:modified>
</cp:coreProperties>
</file>